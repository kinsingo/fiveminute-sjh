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D4934-C7E7-5233-F980-EC9AA9713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161FA1-0208-D622-FB47-B5A78203A4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FAA839-2418-B23E-3A68-95DCCA107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B1F5-74BC-4F0C-8443-9A6D291F5631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F8DC21-9F74-D068-9B29-0819B61F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F766F5-D39D-D060-FDDC-A9D7A65AD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20A0-4496-4777-8962-1E87F9D7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784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6B4220-BB32-8799-572A-3AC6442C2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B6E179-9D65-210B-2394-3476ADE60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CC5F43-6A39-9E91-C6CB-DE808ED87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B1F5-74BC-4F0C-8443-9A6D291F5631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BCF6AB-451F-2184-4C44-E55113359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8030F3-8D6F-4D4C-A698-C4C5A9359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20A0-4496-4777-8962-1E87F9D7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81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407C67-9CC9-7F29-1733-38136D5C5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BFCDA2-A09D-B699-D82D-C966F7230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6857A7-6E24-E524-339A-DE720D60D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B1F5-74BC-4F0C-8443-9A6D291F5631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021B0A-3DD6-73F4-184C-5332467F1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B30E8-8E1B-F059-AC29-2A43ADD47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20A0-4496-4777-8962-1E87F9D7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15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EB32EC-D7CA-EDB3-FB34-0460DE5FE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91E148-3842-D766-31E5-B846E6C62D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F4AC43-9968-8F48-0B2D-1B2948130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FFCE21-58C4-F086-E3A6-FA031D0BD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B1F5-74BC-4F0C-8443-9A6D291F5631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F68537-DBBD-1744-F25F-B775267EE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CAE74B-6432-8A41-2D78-625B68715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20A0-4496-4777-8962-1E87F9D7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77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4528B-078B-BC26-2D1F-C75C18727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D26A39-659A-E3E3-1580-5F3036C3D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C6768E-04D6-574F-5399-CCC7AE2F5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D95467-EC92-747E-6FBA-4FC01951E4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C041407-5D90-C344-F569-899DFED37A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6D586F7-B0AD-9539-5045-B365F690C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B1F5-74BC-4F0C-8443-9A6D291F5631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F8EF667-0D87-FA26-3263-3DBCF9FE2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AC11615-3C07-80CC-15C0-7908E60F1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20A0-4496-4777-8962-1E87F9D7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388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3C7079-E352-F7E9-87C5-8C1161B06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3E2A736-BEDA-CBA5-64E3-CA673C5E4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B1F5-74BC-4F0C-8443-9A6D291F5631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7A515E7-E178-FB15-FEBF-227DD625B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B41C83-E690-5E19-6001-DC70058FF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20A0-4496-4777-8962-1E87F9D7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342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3C2282-5FC0-7A49-3ED0-3F36C7E3B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B1F5-74BC-4F0C-8443-9A6D291F5631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30AC56-CF6D-2A0F-75BA-2BA508E20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D1F4E6-775F-E0E3-0031-AFE59EA36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20A0-4496-4777-8962-1E87F9D7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2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180BBB-E694-71B4-AAB0-0FFE3AB78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F7EFBE-DFAA-5017-7C42-EB16C5C5D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2070548-9BAA-6391-1087-9A105D002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8A8EE7-A582-DC72-F58A-BE8661BD2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B1F5-74BC-4F0C-8443-9A6D291F5631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0D56A7-87BF-6182-E9E4-A137DED76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52A7A0-CFAE-8D1A-676F-E47530A14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20A0-4496-4777-8962-1E87F9D7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9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A27CBA-C6DB-DC91-33F0-4A18CA0AE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C08538D-E7B6-F98F-004B-DF33C03695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AB3A20-B054-0A49-A3C0-62783494B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8CB70B-FA0B-89AB-C723-1197B425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B1F5-74BC-4F0C-8443-9A6D291F5631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093AE8-43C3-E475-787D-5E9C6DB7B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2470CF-5EA2-95B6-778E-2620AC13E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20A0-4496-4777-8962-1E87F9D7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96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AB6271-560E-5D45-FADF-2CEEE6DBE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C976C5-FD12-6DB8-7CD1-44AF0DAC1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AFD214-4307-99FE-9E65-6525E275B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B1F5-74BC-4F0C-8443-9A6D291F5631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119F35-0054-BD54-2E25-0C1F63F98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021372-315D-4F37-2DC1-4D5C42B27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20A0-4496-4777-8962-1E87F9D7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213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D6C796-94DA-EEC3-486B-9C369DC698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D1A932-9DC0-70ED-C559-B850ABB6E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71E05F-0842-44E8-F594-76C91730A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B1F5-74BC-4F0C-8443-9A6D291F5631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D85826-2607-82B0-FF34-A759A3AD4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A1DD35-ECD3-8EF6-B08C-A3DE883AA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20A0-4496-4777-8962-1E87F9D7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73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EC694FC-95B8-7803-3045-E15334EEF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0C5F08-F5DB-F402-B1C8-2A276BD75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886EC4-DE97-EA5A-EDCD-DF51A60581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55B1F5-74BC-4F0C-8443-9A6D291F5631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BFA91E-595F-DAF8-DC17-499A606C3D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113059-AB27-4597-9368-66D4CDA12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2D20A0-4496-4777-8962-1E87F9D7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5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753FA28-9F62-9154-B5A0-B56A6D156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687" y="384584"/>
            <a:ext cx="7286625" cy="3390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4C3B40-62C1-FC30-A2B9-EE4D53E53946}"/>
              </a:ext>
            </a:extLst>
          </p:cNvPr>
          <p:cNvSpPr txBox="1"/>
          <p:nvPr/>
        </p:nvSpPr>
        <p:spPr>
          <a:xfrm>
            <a:off x="1399465" y="4503435"/>
            <a:ext cx="101346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🔹 결론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MongoDB</a:t>
            </a:r>
            <a:r>
              <a:rPr lang="ko-KR" altLang="en-US" dirty="0"/>
              <a:t>는 </a:t>
            </a:r>
            <a:r>
              <a:rPr lang="ko-KR" altLang="en-US" b="1" dirty="0"/>
              <a:t>대규모 애플리케이션</a:t>
            </a:r>
            <a:r>
              <a:rPr lang="en-US" altLang="ko-KR" b="1" dirty="0"/>
              <a:t>, </a:t>
            </a:r>
            <a:r>
              <a:rPr lang="ko-KR" altLang="en-US" b="1" dirty="0"/>
              <a:t>데이터 분석</a:t>
            </a:r>
            <a:r>
              <a:rPr lang="en-US" altLang="ko-KR" b="1" dirty="0"/>
              <a:t>, </a:t>
            </a:r>
            <a:r>
              <a:rPr lang="ko-KR" altLang="en-US" b="1" dirty="0"/>
              <a:t>높은 확장성이 필요한 프로젝트</a:t>
            </a:r>
            <a:r>
              <a:rPr lang="ko-KR" altLang="en-US" dirty="0"/>
              <a:t>에 적합합니다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Firebase</a:t>
            </a:r>
            <a:r>
              <a:rPr lang="ko-KR" altLang="en-US" dirty="0"/>
              <a:t>는 </a:t>
            </a:r>
            <a:r>
              <a:rPr lang="ko-KR" altLang="en-US" b="1" dirty="0"/>
              <a:t>실시간 동기화</a:t>
            </a:r>
            <a:r>
              <a:rPr lang="en-US" altLang="ko-KR" b="1" dirty="0"/>
              <a:t>, </a:t>
            </a:r>
            <a:r>
              <a:rPr lang="ko-KR" altLang="en-US" b="1" dirty="0"/>
              <a:t>빠른 개발</a:t>
            </a:r>
            <a:r>
              <a:rPr lang="en-US" altLang="ko-KR" b="1" dirty="0"/>
              <a:t>, Google </a:t>
            </a:r>
            <a:r>
              <a:rPr lang="ko-KR" altLang="en-US" b="1" dirty="0"/>
              <a:t>생태계 연동이 필요한 모바일</a:t>
            </a:r>
            <a:r>
              <a:rPr lang="en-US" altLang="ko-KR" b="1" dirty="0"/>
              <a:t>/</a:t>
            </a:r>
            <a:r>
              <a:rPr lang="ko-KR" altLang="en-US" b="1" dirty="0"/>
              <a:t>웹 앱</a:t>
            </a:r>
            <a:r>
              <a:rPr lang="ko-KR" altLang="en-US" dirty="0"/>
              <a:t>에 적합합니다</a:t>
            </a:r>
            <a:r>
              <a:rPr lang="en-US" altLang="ko-KR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890BF9-D4A3-F877-0139-858379C70D30}"/>
              </a:ext>
            </a:extLst>
          </p:cNvPr>
          <p:cNvSpPr txBox="1"/>
          <p:nvPr/>
        </p:nvSpPr>
        <p:spPr>
          <a:xfrm>
            <a:off x="1971014" y="5831550"/>
            <a:ext cx="8249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MongoDB</a:t>
            </a:r>
            <a:r>
              <a:rPr lang="ko-KR" altLang="en-US" dirty="0">
                <a:solidFill>
                  <a:srgbClr val="0070C0"/>
                </a:solidFill>
              </a:rPr>
              <a:t>는 대량 데이터 저장</a:t>
            </a:r>
            <a:r>
              <a:rPr lang="en-US" altLang="ko-KR" dirty="0">
                <a:solidFill>
                  <a:srgbClr val="0070C0"/>
                </a:solidFill>
              </a:rPr>
              <a:t>, Firebase</a:t>
            </a:r>
            <a:r>
              <a:rPr lang="ko-KR" altLang="en-US" dirty="0">
                <a:solidFill>
                  <a:srgbClr val="0070C0"/>
                </a:solidFill>
              </a:rPr>
              <a:t>는 실시간 동기화에 최적화되므로</a:t>
            </a:r>
            <a:br>
              <a:rPr lang="ko-KR" altLang="en-US" dirty="0">
                <a:solidFill>
                  <a:srgbClr val="0070C0"/>
                </a:solidFill>
              </a:rPr>
            </a:br>
            <a:r>
              <a:rPr lang="ko-KR" altLang="en-US" b="1" dirty="0">
                <a:solidFill>
                  <a:srgbClr val="0070C0"/>
                </a:solidFill>
              </a:rPr>
              <a:t>각각의 장점을 최대한 활용하는 방법</a:t>
            </a:r>
            <a:r>
              <a:rPr lang="ko-KR" altLang="en-US" dirty="0">
                <a:solidFill>
                  <a:srgbClr val="0070C0"/>
                </a:solidFill>
              </a:rPr>
              <a:t>이 될 수 있습니다</a:t>
            </a:r>
            <a:r>
              <a:rPr lang="en-US" altLang="ko-KR" dirty="0">
                <a:solidFill>
                  <a:srgbClr val="0070C0"/>
                </a:solidFill>
              </a:rPr>
              <a:t>.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647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D5E05A-78B8-CD53-DEE8-3011ED9DF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742CB56-44AC-3909-D3B8-BFE71E40A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02622"/>
            <a:ext cx="10905066" cy="485275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48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20C19-3195-0B0F-1D84-9C39DAD45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0DF083-5FB4-E762-CE71-EEF6E4D78FC8}"/>
              </a:ext>
            </a:extLst>
          </p:cNvPr>
          <p:cNvSpPr txBox="1"/>
          <p:nvPr/>
        </p:nvSpPr>
        <p:spPr>
          <a:xfrm>
            <a:off x="504778" y="407291"/>
            <a:ext cx="492730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/>
              <a:t>🔹 </a:t>
            </a:r>
            <a:r>
              <a:rPr lang="en-US" altLang="ko-KR" sz="1400" b="1" dirty="0"/>
              <a:t>MongoDB + Firebase </a:t>
            </a:r>
            <a:r>
              <a:rPr lang="ko-KR" altLang="en-US" sz="1400" b="1" dirty="0"/>
              <a:t>함께 사용하면 좋은 경우</a:t>
            </a:r>
          </a:p>
          <a:p>
            <a:r>
              <a:rPr lang="ko-KR" altLang="en-US" sz="1400" dirty="0"/>
              <a:t>✅ </a:t>
            </a:r>
            <a:r>
              <a:rPr lang="ko-KR" altLang="en-US" sz="1400" b="1" dirty="0"/>
              <a:t>웹과 앱의 데이터 사용 패턴이 다를 때</a:t>
            </a:r>
            <a:endParaRPr lang="ko-KR" alt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/>
              <a:t>MongoDB</a:t>
            </a:r>
            <a:r>
              <a:rPr lang="ko-KR" altLang="en-US" sz="1400" dirty="0"/>
              <a:t>는 메인 데이터 저장소로 사용 </a:t>
            </a:r>
            <a:r>
              <a:rPr lang="en-US" altLang="ko-KR" sz="1400" dirty="0"/>
              <a:t>(</a:t>
            </a:r>
            <a:r>
              <a:rPr lang="ko-KR" altLang="en-US" sz="1400" dirty="0"/>
              <a:t>사용자 정보</a:t>
            </a:r>
            <a:r>
              <a:rPr lang="en-US" altLang="ko-KR" sz="1400" dirty="0"/>
              <a:t>, </a:t>
            </a:r>
            <a:r>
              <a:rPr lang="ko-KR" altLang="en-US" sz="1400" dirty="0"/>
              <a:t>게시글</a:t>
            </a:r>
            <a:r>
              <a:rPr lang="en-US" altLang="ko-KR" sz="1400" dirty="0"/>
              <a:t>, </a:t>
            </a:r>
            <a:r>
              <a:rPr lang="ko-KR" altLang="en-US" sz="1400" dirty="0"/>
              <a:t>통계 등</a:t>
            </a:r>
            <a:r>
              <a:rPr lang="en-US" altLang="ko-KR" sz="14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/>
              <a:t>Firebase</a:t>
            </a:r>
            <a:r>
              <a:rPr lang="ko-KR" altLang="en-US" sz="1400" dirty="0"/>
              <a:t>는 앱에서만 필요한 실시간 데이터 저장 </a:t>
            </a:r>
            <a:r>
              <a:rPr lang="en-US" altLang="ko-KR" sz="1400" dirty="0"/>
              <a:t>(</a:t>
            </a:r>
            <a:r>
              <a:rPr lang="ko-KR" altLang="en-US" sz="1400" dirty="0"/>
              <a:t>채팅</a:t>
            </a:r>
            <a:r>
              <a:rPr lang="en-US" altLang="ko-KR" sz="1400" dirty="0"/>
              <a:t>, </a:t>
            </a:r>
            <a:r>
              <a:rPr lang="ko-KR" altLang="en-US" sz="1400" dirty="0"/>
              <a:t>알림</a:t>
            </a:r>
            <a:r>
              <a:rPr lang="en-US" altLang="ko-KR" sz="1400" dirty="0"/>
              <a:t>, </a:t>
            </a:r>
            <a:r>
              <a:rPr lang="ko-KR" altLang="en-US" sz="1400" dirty="0"/>
              <a:t>임시 저장 데이터 등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✅ </a:t>
            </a:r>
            <a:r>
              <a:rPr lang="ko-KR" altLang="en-US" sz="1400" b="1" dirty="0"/>
              <a:t>앱에서 실시간 데이터 동기화가 필요할 때</a:t>
            </a:r>
            <a:endParaRPr lang="ko-KR" alt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/>
              <a:t>Firebase </a:t>
            </a:r>
            <a:r>
              <a:rPr lang="en-US" altLang="ko-KR" sz="1400" dirty="0" err="1"/>
              <a:t>Firestore</a:t>
            </a:r>
            <a:r>
              <a:rPr lang="ko-KR" altLang="en-US" sz="1400" dirty="0"/>
              <a:t>는 </a:t>
            </a:r>
            <a:r>
              <a:rPr lang="ko-KR" altLang="en-US" sz="1400" b="1" dirty="0"/>
              <a:t>실시간 동기화</a:t>
            </a:r>
            <a:r>
              <a:rPr lang="ko-KR" altLang="en-US" sz="1400" dirty="0"/>
              <a:t>가 필요할 때 효과적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/>
              <a:t>(</a:t>
            </a:r>
            <a:r>
              <a:rPr lang="ko-KR" altLang="en-US" sz="1400" dirty="0"/>
              <a:t>예</a:t>
            </a:r>
            <a:r>
              <a:rPr lang="en-US" altLang="ko-KR" sz="1400" dirty="0"/>
              <a:t>: </a:t>
            </a:r>
            <a:r>
              <a:rPr lang="ko-KR" altLang="en-US" sz="1400" dirty="0"/>
              <a:t>실시간 채팅</a:t>
            </a:r>
            <a:r>
              <a:rPr lang="en-US" altLang="ko-KR" sz="1400" dirty="0"/>
              <a:t>, </a:t>
            </a:r>
            <a:r>
              <a:rPr lang="ko-KR" altLang="en-US" sz="1400" dirty="0"/>
              <a:t>사용자 상태 표시</a:t>
            </a:r>
            <a:r>
              <a:rPr lang="en-US" altLang="ko-KR" sz="1400" dirty="0"/>
              <a:t>, </a:t>
            </a:r>
            <a:r>
              <a:rPr lang="ko-KR" altLang="en-US" sz="1400" dirty="0"/>
              <a:t>실시간 알림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✅ </a:t>
            </a:r>
            <a:r>
              <a:rPr lang="en-US" altLang="ko-KR" sz="1400" b="1" dirty="0"/>
              <a:t>Firebase</a:t>
            </a:r>
            <a:r>
              <a:rPr lang="ko-KR" altLang="en-US" sz="1400" b="1" dirty="0"/>
              <a:t>를 서버리스 </a:t>
            </a:r>
            <a:r>
              <a:rPr lang="ko-KR" altLang="en-US" sz="1400" b="1" dirty="0" err="1"/>
              <a:t>백엔드로</a:t>
            </a:r>
            <a:r>
              <a:rPr lang="ko-KR" altLang="en-US" sz="1400" b="1" dirty="0"/>
              <a:t> 활용하고 싶을 때</a:t>
            </a:r>
            <a:endParaRPr lang="ko-KR" alt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/>
              <a:t>Firebase Cloud Functions</a:t>
            </a:r>
            <a:r>
              <a:rPr lang="ko-KR" altLang="en-US" sz="1400" dirty="0"/>
              <a:t>를 활용하여 간단한 </a:t>
            </a:r>
            <a:r>
              <a:rPr lang="ko-KR" altLang="en-US" sz="1400" dirty="0" err="1"/>
              <a:t>백엔드</a:t>
            </a:r>
            <a:r>
              <a:rPr lang="ko-KR" altLang="en-US" sz="1400" dirty="0"/>
              <a:t> 기능을 구현</a:t>
            </a:r>
          </a:p>
          <a:p>
            <a:r>
              <a:rPr lang="ko-KR" altLang="en-US" sz="1400" dirty="0"/>
              <a:t>✅ </a:t>
            </a:r>
            <a:r>
              <a:rPr lang="ko-KR" altLang="en-US" sz="1400" b="1" dirty="0"/>
              <a:t>웹은 대규모 트래픽을 고려해야 할 때</a:t>
            </a:r>
            <a:endParaRPr lang="ko-KR" alt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/>
              <a:t>MongoDB</a:t>
            </a:r>
            <a:r>
              <a:rPr lang="ko-KR" altLang="en-US" sz="1400" dirty="0"/>
              <a:t>는 </a:t>
            </a:r>
            <a:r>
              <a:rPr lang="ko-KR" altLang="en-US" sz="1400" b="1" dirty="0"/>
              <a:t>대량 데이터 저장과 분석</a:t>
            </a:r>
            <a:r>
              <a:rPr lang="ko-KR" altLang="en-US" sz="1400" dirty="0"/>
              <a:t>에 최적화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4AF4CC-CB7F-531F-EEAC-4EA85D7E6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6038" y="579563"/>
            <a:ext cx="6001429" cy="501548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E1E4E29-F5D5-A9B7-623A-1155A621A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22" y="3725218"/>
            <a:ext cx="4742412" cy="279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737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162</Words>
  <Application>Microsoft Office PowerPoint</Application>
  <PresentationFormat>와이드스크린</PresentationFormat>
  <Paragraphs>15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종현 신</dc:creator>
  <cp:lastModifiedBy>종현 신</cp:lastModifiedBy>
  <cp:revision>3</cp:revision>
  <dcterms:created xsi:type="dcterms:W3CDTF">2025-02-04T04:14:12Z</dcterms:created>
  <dcterms:modified xsi:type="dcterms:W3CDTF">2025-02-04T04:17:05Z</dcterms:modified>
</cp:coreProperties>
</file>