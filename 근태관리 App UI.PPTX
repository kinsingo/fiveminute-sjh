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7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11957DA-020B-CBD5-033D-61FD578EF9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214C3F7-6325-6796-90FB-8BE5FFA3C7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DB9A99D-D34A-687E-87E0-021B15640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85C4E-6A82-4A39-B4B5-BA6D9BB4F4E1}" type="datetimeFigureOut">
              <a:rPr lang="en-US" smtClean="0"/>
              <a:t>2/3/2025</a:t>
            </a:fld>
            <a:endParaRPr 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D5C1251-CA78-524D-849C-A059FA8B76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865E85D-51A5-FB76-9CE5-947633A6E9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3A39D3-45EC-4F1B-B163-0C20FF2949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1545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C1DB9F-9133-E6A0-5B3E-846CD0F90D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DEF2E6D-A8C8-6ACA-C937-A7B9744A48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F036E6A-DA84-42A1-6F1C-44FA9F0F0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85C4E-6A82-4A39-B4B5-BA6D9BB4F4E1}" type="datetimeFigureOut">
              <a:rPr lang="en-US" smtClean="0"/>
              <a:t>2/3/2025</a:t>
            </a:fld>
            <a:endParaRPr 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71C201F-8A1F-A960-F59C-C795E9E396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0C3F59C-16A4-E9EC-3E50-50DA1CF7F5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3A39D3-45EC-4F1B-B163-0C20FF2949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81668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23D495-B101-B220-5BDB-754644048B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3ABBCB2-20D2-5601-D18F-47476724A9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1C078DE-A7E0-3661-C1FB-453FD89224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85C4E-6A82-4A39-B4B5-BA6D9BB4F4E1}" type="datetimeFigureOut">
              <a:rPr lang="en-US" smtClean="0"/>
              <a:t>2/3/2025</a:t>
            </a:fld>
            <a:endParaRPr 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F756FE6-8BD2-C633-E9B7-7BD4510B67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7365C37-31EA-65B3-A4AD-D4CDB79C60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3A39D3-45EC-4F1B-B163-0C20FF2949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48231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7E7A2F-22B5-A9E7-11D2-D7366FCE86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C8520D1-FD73-5D45-ED7B-AAAC970B23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A812493-7FFD-5468-30F0-C3A566CFAA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B6D3CB3-94A7-530D-6B56-F69042CD46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85C4E-6A82-4A39-B4B5-BA6D9BB4F4E1}" type="datetimeFigureOut">
              <a:rPr lang="en-US" smtClean="0"/>
              <a:t>2/3/2025</a:t>
            </a:fld>
            <a:endParaRPr 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81C25D1-0B15-CBCA-9F3C-2928D69852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0B4E17E-2703-83F6-D373-6DDFB5480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3A39D3-45EC-4F1B-B163-0C20FF2949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92347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31C7FA2-B556-3170-46C1-D6EEED964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444557F-738F-907B-BD8F-E90B5097C0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FE70160-010F-3A21-8734-EF79492A04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364A474-B713-6BA7-BE26-6136467DBD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0E0CCEB-D5E3-11B7-793B-26FC8577F83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FBA42E7-853F-358E-9725-A81AD6DABF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85C4E-6A82-4A39-B4B5-BA6D9BB4F4E1}" type="datetimeFigureOut">
              <a:rPr lang="en-US" smtClean="0"/>
              <a:t>2/3/2025</a:t>
            </a:fld>
            <a:endParaRPr 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D4745878-E7A2-F98F-4D2B-78252E4173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988B300-BFF5-6E2D-7F42-4A7A88978F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3A39D3-45EC-4F1B-B163-0C20FF2949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91675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6CD96B-4350-21FB-BA3A-1A2A196D3B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82E25E6-311A-D2AF-395D-1ADAE67587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85C4E-6A82-4A39-B4B5-BA6D9BB4F4E1}" type="datetimeFigureOut">
              <a:rPr lang="en-US" smtClean="0"/>
              <a:t>2/3/2025</a:t>
            </a:fld>
            <a:endParaRPr 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57E5091-768D-E80C-6D7D-8FB525DF53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D52F814-F9C3-100D-F4BA-E16606343A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3A39D3-45EC-4F1B-B163-0C20FF2949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63078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563DF5B-D5C4-63F0-4C9E-094FA96800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85C4E-6A82-4A39-B4B5-BA6D9BB4F4E1}" type="datetimeFigureOut">
              <a:rPr lang="en-US" smtClean="0"/>
              <a:t>2/3/2025</a:t>
            </a:fld>
            <a:endParaRPr 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E2B351E-A46C-00DE-F945-89AD0BFB04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7FA5E89-8C87-A369-84A2-280124CAC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3A39D3-45EC-4F1B-B163-0C20FF2949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67613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75BA36-0893-7E59-36A0-9CDFB90C0F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3B4EBB2-90C1-A8BC-579E-74662329CB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B90C3A7-D4F8-22AF-C375-113BB82A1D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4852733-D98F-26B0-39A8-223662CDFB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85C4E-6A82-4A39-B4B5-BA6D9BB4F4E1}" type="datetimeFigureOut">
              <a:rPr lang="en-US" smtClean="0"/>
              <a:t>2/3/2025</a:t>
            </a:fld>
            <a:endParaRPr 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42966D0-1044-B5C6-AA06-871C470284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8DDD2E3-75A7-16A2-417C-CFA04811E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3A39D3-45EC-4F1B-B163-0C20FF2949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26874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993859-359F-EEFB-4E38-C1BC502D23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1D654A3-65D8-7F14-593B-E78E08D4063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AEE10BD-A927-E2E8-9CA5-795E8FA0CD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6D677D5-A78B-8C9B-C41E-21F681E99F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85C4E-6A82-4A39-B4B5-BA6D9BB4F4E1}" type="datetimeFigureOut">
              <a:rPr lang="en-US" smtClean="0"/>
              <a:t>2/3/2025</a:t>
            </a:fld>
            <a:endParaRPr 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1AE728A-78C2-8361-816F-58AB64485F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4826572-8A01-2056-AD74-97026EABF3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3A39D3-45EC-4F1B-B163-0C20FF2949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7202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8B24E3-AE63-2D41-662B-7AA0117738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AF11A10-353D-5639-3F3B-1FFA25A6BC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928BC70-DAA8-E071-04EF-7EB83ADF6E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85C4E-6A82-4A39-B4B5-BA6D9BB4F4E1}" type="datetimeFigureOut">
              <a:rPr lang="en-US" smtClean="0"/>
              <a:t>2/3/2025</a:t>
            </a:fld>
            <a:endParaRPr 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400E4A3-8D23-0CFF-6DC6-FBF405B7EC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F6660EF-C941-7CD3-287A-12E2BCB004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3A39D3-45EC-4F1B-B163-0C20FF2949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31107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9E779F53-8501-8CA4-9086-41D9BBC83D8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98D7B77-AB71-54E2-7A50-A68A786E08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C2CA792-90E9-540A-F785-3A7DEB50F1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85C4E-6A82-4A39-B4B5-BA6D9BB4F4E1}" type="datetimeFigureOut">
              <a:rPr lang="en-US" smtClean="0"/>
              <a:t>2/3/2025</a:t>
            </a:fld>
            <a:endParaRPr 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386D10E-3C7F-AD41-5D47-70EEA7E577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E5185EC-8678-2215-D1C7-1F1E34BA58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3A39D3-45EC-4F1B-B163-0C20FF2949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7489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C7288F9B-3CE3-F0B9-B126-EBF2D28E88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A815499-DE9F-502B-53DB-71A7E4EFA5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2D2F1F6-27E9-0393-16EA-83F3705ACD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485C4E-6A82-4A39-B4B5-BA6D9BB4F4E1}" type="datetimeFigureOut">
              <a:rPr lang="en-US" smtClean="0"/>
              <a:t>2/3/2025</a:t>
            </a:fld>
            <a:endParaRPr 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6EA971E-25E4-9997-8E55-067B86F8BA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600D615-7A47-1E05-8390-4AF10A9E1F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A3A39D3-45EC-4F1B-B163-0C20FF2949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66669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7C98A213-5994-475E-B327-DC6EC27FBA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5874F34-1C28-59A7-3204-847CC3210884}"/>
              </a:ext>
            </a:extLst>
          </p:cNvPr>
          <p:cNvSpPr txBox="1"/>
          <p:nvPr/>
        </p:nvSpPr>
        <p:spPr>
          <a:xfrm>
            <a:off x="638881" y="670218"/>
            <a:ext cx="10909640" cy="10658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ko-KR" altLang="en-US" sz="2100">
                <a:latin typeface="+mj-lt"/>
                <a:ea typeface="+mj-ea"/>
                <a:cs typeface="+mj-cs"/>
              </a:rPr>
              <a:t>오늘 근무시간</a:t>
            </a:r>
            <a:r>
              <a:rPr lang="en-US" altLang="ko-KR" sz="2100">
                <a:latin typeface="+mj-lt"/>
                <a:ea typeface="+mj-ea"/>
                <a:cs typeface="+mj-cs"/>
              </a:rPr>
              <a:t> (</a:t>
            </a:r>
            <a:r>
              <a:rPr lang="ko-KR" altLang="en-US" sz="2100">
                <a:latin typeface="+mj-lt"/>
                <a:ea typeface="+mj-ea"/>
                <a:cs typeface="+mj-cs"/>
              </a:rPr>
              <a:t>일</a:t>
            </a:r>
            <a:r>
              <a:rPr lang="en-US" altLang="ko-KR" sz="2100">
                <a:latin typeface="+mj-lt"/>
                <a:ea typeface="+mj-ea"/>
                <a:cs typeface="+mj-cs"/>
              </a:rPr>
              <a:t>, 00AM ~ 12PM) : </a:t>
            </a:r>
            <a:br>
              <a:rPr lang="en-US" altLang="ko-KR" sz="2100">
                <a:latin typeface="+mj-lt"/>
                <a:ea typeface="+mj-ea"/>
                <a:cs typeface="+mj-cs"/>
              </a:rPr>
            </a:br>
            <a:r>
              <a:rPr lang="ko-KR" altLang="en-US" sz="2100">
                <a:latin typeface="+mj-lt"/>
                <a:ea typeface="+mj-ea"/>
                <a:cs typeface="+mj-cs"/>
              </a:rPr>
              <a:t>한 주간 근무시간</a:t>
            </a:r>
            <a:r>
              <a:rPr lang="en-US" altLang="ko-KR" sz="2100">
                <a:latin typeface="+mj-lt"/>
                <a:ea typeface="+mj-ea"/>
                <a:cs typeface="+mj-cs"/>
              </a:rPr>
              <a:t>(</a:t>
            </a:r>
            <a:r>
              <a:rPr lang="ko-KR" altLang="en-US" sz="2100">
                <a:latin typeface="+mj-lt"/>
                <a:ea typeface="+mj-ea"/>
                <a:cs typeface="+mj-cs"/>
              </a:rPr>
              <a:t>시작일</a:t>
            </a:r>
            <a:r>
              <a:rPr lang="en-US" altLang="ko-KR" sz="2100">
                <a:latin typeface="+mj-lt"/>
                <a:ea typeface="+mj-ea"/>
                <a:cs typeface="+mj-cs"/>
              </a:rPr>
              <a:t>(</a:t>
            </a:r>
            <a:r>
              <a:rPr lang="ko-KR" altLang="en-US" sz="2100">
                <a:latin typeface="+mj-lt"/>
                <a:ea typeface="+mj-ea"/>
                <a:cs typeface="+mj-cs"/>
              </a:rPr>
              <a:t>월요일</a:t>
            </a:r>
            <a:r>
              <a:rPr lang="en-US" altLang="ko-KR" sz="2100">
                <a:latin typeface="+mj-lt"/>
                <a:ea typeface="+mj-ea"/>
                <a:cs typeface="+mj-cs"/>
              </a:rPr>
              <a:t>) ~</a:t>
            </a:r>
            <a:r>
              <a:rPr lang="ko-KR" altLang="en-US" sz="2100">
                <a:latin typeface="+mj-lt"/>
                <a:ea typeface="+mj-ea"/>
                <a:cs typeface="+mj-cs"/>
              </a:rPr>
              <a:t>종료일</a:t>
            </a:r>
            <a:r>
              <a:rPr lang="en-US" altLang="ko-KR" sz="2100">
                <a:latin typeface="+mj-lt"/>
                <a:ea typeface="+mj-ea"/>
                <a:cs typeface="+mj-cs"/>
              </a:rPr>
              <a:t>(</a:t>
            </a:r>
            <a:r>
              <a:rPr lang="ko-KR" altLang="en-US" sz="2100">
                <a:latin typeface="+mj-lt"/>
                <a:ea typeface="+mj-ea"/>
                <a:cs typeface="+mj-cs"/>
              </a:rPr>
              <a:t>일요일</a:t>
            </a:r>
            <a:r>
              <a:rPr lang="en-US" altLang="ko-KR" sz="2100">
                <a:latin typeface="+mj-lt"/>
                <a:ea typeface="+mj-ea"/>
                <a:cs typeface="+mj-cs"/>
              </a:rPr>
              <a:t>) :  </a:t>
            </a:r>
          </a:p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ko-KR" altLang="en-US" sz="2100">
                <a:latin typeface="+mj-lt"/>
                <a:ea typeface="+mj-ea"/>
                <a:cs typeface="+mj-cs"/>
              </a:rPr>
              <a:t>한달 근무시간</a:t>
            </a:r>
            <a:r>
              <a:rPr lang="en-US" altLang="ko-KR" sz="2100">
                <a:latin typeface="+mj-lt"/>
                <a:ea typeface="+mj-ea"/>
                <a:cs typeface="+mj-cs"/>
              </a:rPr>
              <a:t>) </a:t>
            </a:r>
            <a:r>
              <a:rPr lang="ko-KR" altLang="en-US" sz="2100">
                <a:latin typeface="+mj-lt"/>
                <a:ea typeface="+mj-ea"/>
                <a:cs typeface="+mj-cs"/>
              </a:rPr>
              <a:t>시작일</a:t>
            </a:r>
            <a:r>
              <a:rPr lang="en-US" altLang="ko-KR" sz="2100">
                <a:latin typeface="+mj-lt"/>
                <a:ea typeface="+mj-ea"/>
                <a:cs typeface="+mj-cs"/>
              </a:rPr>
              <a:t>(</a:t>
            </a:r>
            <a:r>
              <a:rPr lang="ko-KR" altLang="en-US" sz="2100">
                <a:latin typeface="+mj-lt"/>
                <a:ea typeface="+mj-ea"/>
                <a:cs typeface="+mj-cs"/>
              </a:rPr>
              <a:t>매달 </a:t>
            </a:r>
            <a:r>
              <a:rPr lang="en-US" altLang="ko-KR" sz="2100">
                <a:latin typeface="+mj-lt"/>
                <a:ea typeface="+mj-ea"/>
                <a:cs typeface="+mj-cs"/>
              </a:rPr>
              <a:t>1</a:t>
            </a:r>
            <a:r>
              <a:rPr lang="ko-KR" altLang="en-US" sz="2100">
                <a:latin typeface="+mj-lt"/>
                <a:ea typeface="+mj-ea"/>
                <a:cs typeface="+mj-cs"/>
              </a:rPr>
              <a:t>일</a:t>
            </a:r>
            <a:r>
              <a:rPr lang="en-US" altLang="ko-KR" sz="2100">
                <a:latin typeface="+mj-lt"/>
                <a:ea typeface="+mj-ea"/>
                <a:cs typeface="+mj-cs"/>
              </a:rPr>
              <a:t>) ~</a:t>
            </a:r>
            <a:r>
              <a:rPr lang="ko-KR" altLang="en-US" sz="2100">
                <a:latin typeface="+mj-lt"/>
                <a:ea typeface="+mj-ea"/>
                <a:cs typeface="+mj-cs"/>
              </a:rPr>
              <a:t>종료일</a:t>
            </a:r>
            <a:r>
              <a:rPr lang="en-US" altLang="ko-KR" sz="2100">
                <a:latin typeface="+mj-lt"/>
                <a:ea typeface="+mj-ea"/>
                <a:cs typeface="+mj-cs"/>
              </a:rPr>
              <a:t>(</a:t>
            </a:r>
            <a:r>
              <a:rPr lang="ko-KR" altLang="en-US" sz="2100">
                <a:latin typeface="+mj-lt"/>
                <a:ea typeface="+mj-ea"/>
                <a:cs typeface="+mj-cs"/>
              </a:rPr>
              <a:t>매달 마지막 일</a:t>
            </a:r>
            <a:r>
              <a:rPr lang="en-US" altLang="ko-KR" sz="2100">
                <a:latin typeface="+mj-lt"/>
                <a:ea typeface="+mj-ea"/>
                <a:cs typeface="+mj-cs"/>
              </a:rPr>
              <a:t>))</a:t>
            </a:r>
            <a:endParaRPr lang="en-US" sz="2100">
              <a:latin typeface="+mj-lt"/>
              <a:ea typeface="+mj-ea"/>
              <a:cs typeface="+mj-cs"/>
            </a:endParaRPr>
          </a:p>
        </p:txBody>
      </p:sp>
      <p:sp>
        <p:nvSpPr>
          <p:cNvPr id="19" name="sketch line">
            <a:extLst>
              <a:ext uri="{FF2B5EF4-FFF2-40B4-BE49-F238E27FC236}">
                <a16:creationId xmlns:a16="http://schemas.microsoft.com/office/drawing/2014/main" id="{4B030A0D-0DAD-4A99-89BB-419527D6A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89376" y="1800088"/>
            <a:ext cx="5410200" cy="18288"/>
          </a:xfrm>
          <a:custGeom>
            <a:avLst/>
            <a:gdLst>
              <a:gd name="connsiteX0" fmla="*/ 0 w 5410200"/>
              <a:gd name="connsiteY0" fmla="*/ 0 h 18288"/>
              <a:gd name="connsiteX1" fmla="*/ 568071 w 5410200"/>
              <a:gd name="connsiteY1" fmla="*/ 0 h 18288"/>
              <a:gd name="connsiteX2" fmla="*/ 1298448 w 5410200"/>
              <a:gd name="connsiteY2" fmla="*/ 0 h 18288"/>
              <a:gd name="connsiteX3" fmla="*/ 1920621 w 5410200"/>
              <a:gd name="connsiteY3" fmla="*/ 0 h 18288"/>
              <a:gd name="connsiteX4" fmla="*/ 2488692 w 5410200"/>
              <a:gd name="connsiteY4" fmla="*/ 0 h 18288"/>
              <a:gd name="connsiteX5" fmla="*/ 3219069 w 5410200"/>
              <a:gd name="connsiteY5" fmla="*/ 0 h 18288"/>
              <a:gd name="connsiteX6" fmla="*/ 3895344 w 5410200"/>
              <a:gd name="connsiteY6" fmla="*/ 0 h 18288"/>
              <a:gd name="connsiteX7" fmla="*/ 4571619 w 5410200"/>
              <a:gd name="connsiteY7" fmla="*/ 0 h 18288"/>
              <a:gd name="connsiteX8" fmla="*/ 5410200 w 5410200"/>
              <a:gd name="connsiteY8" fmla="*/ 0 h 18288"/>
              <a:gd name="connsiteX9" fmla="*/ 5410200 w 5410200"/>
              <a:gd name="connsiteY9" fmla="*/ 18288 h 18288"/>
              <a:gd name="connsiteX10" fmla="*/ 4842129 w 5410200"/>
              <a:gd name="connsiteY10" fmla="*/ 18288 h 18288"/>
              <a:gd name="connsiteX11" fmla="*/ 4328160 w 5410200"/>
              <a:gd name="connsiteY11" fmla="*/ 18288 h 18288"/>
              <a:gd name="connsiteX12" fmla="*/ 3597783 w 5410200"/>
              <a:gd name="connsiteY12" fmla="*/ 18288 h 18288"/>
              <a:gd name="connsiteX13" fmla="*/ 3029712 w 5410200"/>
              <a:gd name="connsiteY13" fmla="*/ 18288 h 18288"/>
              <a:gd name="connsiteX14" fmla="*/ 2299335 w 5410200"/>
              <a:gd name="connsiteY14" fmla="*/ 18288 h 18288"/>
              <a:gd name="connsiteX15" fmla="*/ 1514856 w 5410200"/>
              <a:gd name="connsiteY15" fmla="*/ 18288 h 18288"/>
              <a:gd name="connsiteX16" fmla="*/ 892683 w 5410200"/>
              <a:gd name="connsiteY16" fmla="*/ 18288 h 18288"/>
              <a:gd name="connsiteX17" fmla="*/ 0 w 5410200"/>
              <a:gd name="connsiteY17" fmla="*/ 18288 h 18288"/>
              <a:gd name="connsiteX18" fmla="*/ 0 w 5410200"/>
              <a:gd name="connsiteY1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그림 11" descr="텍스트, 통신 장치, 휴대용 통신 장치, 정보기기이(가) 표시된 사진&#10;&#10;자동 생성된 설명">
            <a:extLst>
              <a:ext uri="{FF2B5EF4-FFF2-40B4-BE49-F238E27FC236}">
                <a16:creationId xmlns:a16="http://schemas.microsoft.com/office/drawing/2014/main" id="{A462B4EA-76EA-CE4D-83A4-21558D7ECF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682" y="2619784"/>
            <a:ext cx="3168036" cy="3600041"/>
          </a:xfrm>
          <a:prstGeom prst="rect">
            <a:avLst/>
          </a:prstGeom>
        </p:spPr>
      </p:pic>
      <p:pic>
        <p:nvPicPr>
          <p:cNvPr id="7" name="그림 6" descr="텍스트, 휴대용 통신 장치, 통신 장치, 정보기기이(가) 표시된 사진&#10;&#10;자동 생성된 설명">
            <a:extLst>
              <a:ext uri="{FF2B5EF4-FFF2-40B4-BE49-F238E27FC236}">
                <a16:creationId xmlns:a16="http://schemas.microsoft.com/office/drawing/2014/main" id="{48C15F68-899C-4073-00B2-3E3287D199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2480" y="2619784"/>
            <a:ext cx="3447039" cy="3600041"/>
          </a:xfrm>
          <a:prstGeom prst="rect">
            <a:avLst/>
          </a:prstGeom>
        </p:spPr>
      </p:pic>
      <p:pic>
        <p:nvPicPr>
          <p:cNvPr id="9" name="그림 8" descr="텍스트, 컴퓨터, 통신 장치, 스크린샷이(가) 표시된 사진&#10;&#10;자동 생성된 설명">
            <a:extLst>
              <a:ext uri="{FF2B5EF4-FFF2-40B4-BE49-F238E27FC236}">
                <a16:creationId xmlns:a16="http://schemas.microsoft.com/office/drawing/2014/main" id="{B8524004-F7B2-6A7F-E9BE-2AF4805035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1208" y="3005788"/>
            <a:ext cx="3758184" cy="2828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14998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6B0B2F-AD5D-21FD-A340-65759669F3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F6DDFAC8-7C4B-5480-00C6-D8125B0B11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8075" y="4552749"/>
            <a:ext cx="5195225" cy="2109086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25A3F081-8525-BBE1-775D-55C4D11266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6955" y="366712"/>
            <a:ext cx="5477248" cy="4503671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D227AB0D-9DDB-31ED-DC5D-1533977DD2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9474" y="782603"/>
            <a:ext cx="5619626" cy="2249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43029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9720C8-D935-6993-6165-49B19F1095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68ECDB5A-9AC3-793C-77AC-29E54E4C7A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948" y="185888"/>
            <a:ext cx="6076950" cy="37719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9D913912-4984-31A8-CB55-CFD1B8543E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9072" y="2449530"/>
            <a:ext cx="7981950" cy="4095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84397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4D5CD0-37EF-6668-A4C4-3E15A67101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677C26AA-0869-78A0-A71D-AEB30FD809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502" y="333375"/>
            <a:ext cx="5648325" cy="619125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50D37171-7770-6E63-431E-D730ABE748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616016"/>
            <a:ext cx="5688643" cy="5371348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7BBD9EFA-8690-F7F5-AFCD-99816C3061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70700" y="1751196"/>
            <a:ext cx="7600950" cy="4914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08134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35C3B5-E1D1-927B-6B31-39A3C66FE5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C33E65BB-CACF-DF1E-AB56-8318BC68A5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5087" y="4132947"/>
            <a:ext cx="5257800" cy="207645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4953141F-E5E9-1C43-05F9-90A868EB57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7106" y="1168668"/>
            <a:ext cx="7162800" cy="213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0700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BE672B-B7C9-9C4B-F6A3-E4AAFDE7B9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6F81A5C6-5BD1-280F-50C9-CCF66D4730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824" y="348965"/>
            <a:ext cx="6306111" cy="3568517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A93E837B-3604-0E74-801B-095C18EFAD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0060" y="669457"/>
            <a:ext cx="7791450" cy="3248025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E37625E2-95DD-3B53-2153-FE24FD8DC1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7927" y="492342"/>
            <a:ext cx="7562850" cy="6219825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29683E13-3B38-55A2-6765-8C25E58BB3F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44955" y="2635467"/>
            <a:ext cx="8058150" cy="407670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DC2E9427-3A2E-E734-E1B9-57FBA0C1E43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2874" y="3716554"/>
            <a:ext cx="7134225" cy="1914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24847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117D5D-717B-4219-F49B-8AAA544CB9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716F8CC3-8672-B020-898E-194BB0CB10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0809" y="171450"/>
            <a:ext cx="7505700" cy="65151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5521ACDF-7A5E-4E5F-9010-B66487A333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3551" y="1861241"/>
            <a:ext cx="7467600" cy="335280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4759742D-222D-D578-FFFA-4CBD8425EF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24976" y="4541470"/>
            <a:ext cx="7496175" cy="1971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40648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D28E7D-2709-3CBB-2077-772BEDB572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B60EDE50-0A22-8D24-359B-4AE76D9D78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080" y="485775"/>
            <a:ext cx="7038975" cy="5886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53868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39D35A-8C91-7810-090B-248FF29781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B58A4BC9-5066-7D49-EE5B-FABCFFC18E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3139" y="553152"/>
            <a:ext cx="7038975" cy="5886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07615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41</Words>
  <Application>Microsoft Office PowerPoint</Application>
  <PresentationFormat>와이드스크린</PresentationFormat>
  <Paragraphs>2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종현 신</dc:creator>
  <cp:lastModifiedBy>종현 신</cp:lastModifiedBy>
  <cp:revision>1</cp:revision>
  <dcterms:created xsi:type="dcterms:W3CDTF">2025-02-03T11:35:08Z</dcterms:created>
  <dcterms:modified xsi:type="dcterms:W3CDTF">2025-02-03T12:49:40Z</dcterms:modified>
</cp:coreProperties>
</file>